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3774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F5F8FF"/>
                </a:solidFill>
                <a:latin typeface="Segoe UI"/>
              </a:rPr>
              <a:t>End-to-End Encrypted WebRTC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4C9AFF"/>
                </a:solidFill>
                <a:latin typeface="Segoe UI"/>
              </a:rPr>
              <a:t>Zero-Trust SFU with PERC Double Encryption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A9B8D6"/>
                </a:solidFill>
                <a:latin typeface="Segoe UI"/>
              </a:rPr>
              <a:t>str0m (Rust SFU)  ·  Key Distributor (Node.js)  ·  Native libwebrtc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5D09B"/>
                </a:solidFill>
                <a:latin typeface="Segoe UI"/>
              </a:rPr>
              <a:t>Architecture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The Goal: media the server can never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Multi-party WebRTC where the SFU routes media but cannot decrypt it.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Compromising the server reveals only metadata — not audio or video.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Inspired by IETF PERC: RFC 8871 (framework) + RFC 8723 (double encryption).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Keys live only with clients and a trusted Key Distributor.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37360"/>
            <a:ext cx="493776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E8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0">
                <a:solidFill>
                  <a:srgbClr val="F5F8FF"/>
                </a:solidFill>
                <a:latin typeface="Segoe UI"/>
              </a:rPr>
              <a:t>Traditional SFU</a:t>
            </a:r>
          </a:p>
          <a:p>
            <a:pPr algn="ctr"/>
            <a:r>
              <a:rPr sz="1500" b="0">
                <a:solidFill>
                  <a:srgbClr val="F5F8FF"/>
                </a:solidFill>
                <a:latin typeface="Segoe UI"/>
              </a:rPr>
              <a:t>decrypts &amp; re-encrypts media → server sees everything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3017520"/>
            <a:ext cx="493776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0">
                <a:solidFill>
                  <a:srgbClr val="F5F8FF"/>
                </a:solidFill>
                <a:latin typeface="Segoe UI"/>
              </a:rPr>
              <a:t>Zero-Trust SFU (this project)</a:t>
            </a:r>
          </a:p>
          <a:p>
            <a:pPr algn="ctr"/>
            <a:r>
              <a:rPr sz="1500" b="0">
                <a:solidFill>
                  <a:srgbClr val="F5F8FF"/>
                </a:solidFill>
                <a:latin typeface="Segoe UI"/>
              </a:rPr>
              <a:t>routes by RTP headers only → media stays sealed E2E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297680"/>
            <a:ext cx="4937760" cy="118872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Result</a:t>
            </a:r>
          </a:p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Encrypted audio AND video verified end-to-end through the SFU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Three components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474720" cy="219456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SFU  (str0m, Rust)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Hop-by-hop DTLS-SRTP per leg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Routes by SSRC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Forwards inner E2E payload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Untrusted for secrecy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474720" cy="2194560"/>
          </a:xfrm>
          <a:prstGeom prst="roundRect">
            <a:avLst/>
          </a:prstGeom>
          <a:solidFill>
            <a:srgbClr val="2E7D6B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Key Distributor (Node.js)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Issues / rotates E2E keys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Authenticates participants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Never touches media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Trusted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737360"/>
            <a:ext cx="3383280" cy="219456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Native Client (C++/Node)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libwebrtc + Node.js CLI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Inner AES-128-GCM E2E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Frame transformer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Trusted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97680"/>
            <a:ext cx="10881360" cy="137160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0">
                <a:solidFill>
                  <a:srgbClr val="F5F8FF"/>
                </a:solidFill>
                <a:latin typeface="Segoe UI"/>
              </a:rPr>
              <a:t>Security property</a:t>
            </a:r>
          </a:p>
          <a:p>
            <a:pPr algn="ctr"/>
            <a:r>
              <a:rPr sz="1500" b="0">
                <a:solidFill>
                  <a:srgbClr val="F5F8FF"/>
                </a:solidFill>
                <a:latin typeface="Segoe UI"/>
              </a:rPr>
              <a:t>The SFU terminates only the hop-by-hop layer for routing. The inner end-to-end layer —</a:t>
            </a:r>
          </a:p>
          <a:p>
            <a:pPr algn="ctr"/>
            <a:r>
              <a:rPr sz="1500" b="0">
                <a:solidFill>
                  <a:srgbClr val="F5F8FF"/>
                </a:solidFill>
                <a:latin typeface="Segoe UI"/>
              </a:rPr>
              <a:t>and its key — are never available to the server. Compromise reveals metadata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WHERE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What's built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881360" cy="91440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800" b="0">
                <a:solidFill>
                  <a:srgbClr val="F5F8FF"/>
                </a:solidFill>
                <a:latin typeface="Segoe UI"/>
              </a:rPr>
              <a:t>PERC double encryption — HBH SFU + frame-level E2E + Key Distributor      ✅ Verified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0881360" cy="91440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F2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800" b="0">
                <a:solidFill>
                  <a:srgbClr val="F5F8FF"/>
                </a:solidFill>
                <a:latin typeface="Segoe UI"/>
              </a:rPr>
              <a:t>Multi-party (N:N) conferences with dynamic SDP renegotiation             ✅ Verified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57600"/>
            <a:ext cx="10881360" cy="91440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800" b="0">
                <a:solidFill>
                  <a:srgbClr val="F5F8FF"/>
                </a:solidFill>
                <a:latin typeface="Segoe UI"/>
              </a:rPr>
              <a:t>Per-conference shared group key · per-sender keyframe relay              ✅ Verified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54880"/>
            <a:ext cx="10881360" cy="109728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Now working end-to-end</a:t>
            </a:r>
          </a:p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3-party encrypted audio + video · per-peer windows · keyframe relay · per-conference key rotation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BIG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High-level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26080"/>
            <a:ext cx="2377440" cy="146304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Client A</a:t>
            </a:r>
          </a:p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encode → E2E → HBH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2926080"/>
            <a:ext cx="2377440" cy="146304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SFU (PERC)</a:t>
            </a:r>
          </a:p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strip HBH · route · re-HBH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926080"/>
            <a:ext cx="2377440" cy="146304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Client B</a:t>
            </a:r>
          </a:p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HBH → E2E → decode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1371600"/>
            <a:ext cx="2377440" cy="914400"/>
          </a:xfrm>
          <a:prstGeom prst="roundRect">
            <a:avLst/>
          </a:prstGeom>
          <a:solidFill>
            <a:srgbClr val="2E7D6B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Key Distributor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E2E keys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3657600"/>
            <a:ext cx="1874520" cy="0"/>
          </a:xfrm>
          <a:prstGeom prst="line">
            <a:avLst/>
          </a:prstGeom>
          <a:ln w="31750">
            <a:solidFill>
              <a:srgbClr val="4C9A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69480" y="3657600"/>
            <a:ext cx="1874520" cy="0"/>
          </a:xfrm>
          <a:prstGeom prst="line">
            <a:avLst/>
          </a:prstGeom>
          <a:ln w="31750">
            <a:solidFill>
              <a:srgbClr val="4C9A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828800" y="2286000"/>
            <a:ext cx="2103120" cy="640080"/>
          </a:xfrm>
          <a:prstGeom prst="line">
            <a:avLst/>
          </a:prstGeom>
          <a:ln w="22225">
            <a:prstDash val="dash"/>
            <a:solidFill>
              <a:srgbClr val="35D09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229600" y="2286000"/>
            <a:ext cx="2103120" cy="640080"/>
          </a:xfrm>
          <a:prstGeom prst="line">
            <a:avLst/>
          </a:prstGeom>
          <a:ln w="22225">
            <a:prstDash val="dash"/>
            <a:solidFill>
              <a:srgbClr val="35D09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26080" y="3794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A9B8D6"/>
                </a:solidFill>
                <a:latin typeface="Segoe UI"/>
              </a:rPr>
              <a:t>HBH SRTP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794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A9B8D6"/>
                </a:solidFill>
                <a:latin typeface="Segoe UI"/>
              </a:rPr>
              <a:t>HBH SRTP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3776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A9B8D6"/>
                </a:solidFill>
                <a:latin typeface="Segoe UI"/>
              </a:rPr>
              <a:t>Inner E2E layer (green, dashed key delivery) is opaque to the SFU; only the hop-by-hop SRTP differs per leg.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CORE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PERC double encryption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2468880" cy="182880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Client A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/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1  E2E encrypt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2  HBH encrypt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743200"/>
            <a:ext cx="2468880" cy="182880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SFU (PERC)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/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strip HBH A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read RTP headers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re-HBH for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2743200"/>
            <a:ext cx="2468880" cy="182880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Client B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/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strip HBH B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strip E2E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decode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08960" y="3657600"/>
            <a:ext cx="1737360" cy="0"/>
          </a:xfrm>
          <a:prstGeom prst="line">
            <a:avLst/>
          </a:prstGeom>
          <a:ln w="31750">
            <a:solidFill>
              <a:srgbClr val="4C9A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3657600"/>
            <a:ext cx="1737360" cy="0"/>
          </a:xfrm>
          <a:prstGeom prst="line">
            <a:avLst/>
          </a:prstGeom>
          <a:ln w="31750">
            <a:solidFill>
              <a:srgbClr val="4C9A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40080" y="1554480"/>
            <a:ext cx="10881360" cy="91440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Outer = hop-by-hop SRTP (per leg, SFU has keys)   ·   Inner = end-to-end AES-128-GCM (SFU never has the key)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A9B8D6"/>
                </a:solidFill>
                <a:latin typeface="Segoe UI"/>
              </a:rPr>
              <a:t>The SFU decrypts only the outer layer to read SSRC/PT/seq for routing, then re-encrypts the outer layer per receiver. The inner E2E payload is forwarded byte-for-byte.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SECURITY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Roles &amp; trust boundaries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303520" cy="182880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TRUSTED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Client devices &amp; app code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libwebrtc (DTLS, SRTP, codecs)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Key Distributor (holds E2E keys)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303520" cy="182880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E8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UNTRUSTED (for secrecy)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SFU server &amp; infrastructure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Network between client &amp; SFU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Cloud provider / logs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164592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SFU = partially trusted</a:t>
            </a:r>
          </a:p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Trusted to relay packets (availability), NOT trusted with keys (secrecy).</a:t>
            </a:r>
          </a:p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It can drop or delay packets, but can never read the E2E media.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KEY DISTRIBUTOR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Key distribution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640080" cy="548640"/>
          </a:xfrm>
          <a:prstGeom prst="roundRect">
            <a:avLst/>
          </a:prstGeom>
          <a:solidFill>
            <a:srgbClr val="4C9AF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645920"/>
            <a:ext cx="9966960" cy="5486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POST /conference — create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59152"/>
            <a:ext cx="640080" cy="548640"/>
          </a:xfrm>
          <a:prstGeom prst="roundRect">
            <a:avLst/>
          </a:prstGeom>
          <a:solidFill>
            <a:srgbClr val="4C9AF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359152"/>
            <a:ext cx="9966960" cy="5486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POST /conference/:id/join — KD mints E2E master 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72384"/>
            <a:ext cx="640080" cy="548640"/>
          </a:xfrm>
          <a:prstGeom prst="roundRect">
            <a:avLst/>
          </a:prstGeom>
          <a:solidFill>
            <a:srgbClr val="4C9AF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3072384"/>
            <a:ext cx="9966960" cy="5486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Key bundle returned (KEK, e2eMasterKey, kekSpi → key_id)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85616"/>
            <a:ext cx="640080" cy="548640"/>
          </a:xfrm>
          <a:prstGeom prst="roundRect">
            <a:avLst/>
          </a:prstGeom>
          <a:solidFill>
            <a:srgbClr val="4C9AF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3785616"/>
            <a:ext cx="9966960" cy="5486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WS /ws/endpoint — realtime key updates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98848"/>
            <a:ext cx="640080" cy="548640"/>
          </a:xfrm>
          <a:prstGeom prst="roundRect">
            <a:avLst/>
          </a:prstGeom>
          <a:solidFill>
            <a:srgbClr val="4C9AF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63040" y="4498848"/>
            <a:ext cx="9966960" cy="5486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Member join/leave rotates KEK → 'rekey' pushed to 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212080"/>
            <a:ext cx="640080" cy="548640"/>
          </a:xfrm>
          <a:prstGeom prst="roundRect">
            <a:avLst/>
          </a:prstGeom>
          <a:solidFill>
            <a:srgbClr val="4C9AF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5212080"/>
            <a:ext cx="9966960" cy="5486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Client installs key: pc.installE2eeKey(keyId, keyBuf)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ON THE WIRE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Inner E2E frame format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A9B8D6"/>
                </a:solidFill>
                <a:latin typeface="Segoe UI"/>
              </a:rPr>
              <a:t>AES-128-GCM at the encoded-frame boundary (libwebrtc FrameTransformer), empty AAD: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146304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key_id
1B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95728" y="2286000"/>
            <a:ext cx="219456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IV
12B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0016" y="2286000"/>
            <a:ext cx="457200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6B47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ciphertext
N bytes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1744" y="2286000"/>
            <a:ext cx="182880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F2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GCM tag
16B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key_id — KEK SPI / epoch selector from the Key Distributor.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IV — SSRC (4B, big-endian) ‖ frame counter (8B).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Fixed overhead = 1 + 12 + 16 = 29 bytes per frame.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SFU forwards this inner payload byte-for-byte (no per-packet rewriting).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HARD-WON SUBTLETY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The VP8 keyframe marker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118872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E8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0">
                <a:solidFill>
                  <a:srgbClr val="F5F8FF"/>
                </a:solidFill>
                <a:latin typeface="Segoe UI"/>
              </a:rPr>
              <a:t>Problem</a:t>
            </a:r>
          </a:p>
          <a:p>
            <a:pPr algn="l"/>
            <a:r>
              <a:rPr sz="1400" b="0">
                <a:solidFill>
                  <a:srgbClr val="F5F8FF"/>
                </a:solidFill>
                <a:latin typeface="Segoe UI"/>
              </a:rPr>
              <a:t>Full-frame E2EE hides the codec bitstream. The depacketizer reads the VP8</a:t>
            </a:r>
          </a:p>
          <a:p>
            <a:pPr algn="l"/>
            <a:r>
              <a:rPr sz="1400" b="0">
                <a:solidFill>
                  <a:srgbClr val="F5F8FF"/>
                </a:solidFill>
                <a:latin typeface="Segoe UI"/>
              </a:rPr>
              <a:t>keyframe bit from byte 0 — now it's key_id. Every frame looks like a delta →</a:t>
            </a:r>
          </a:p>
          <a:p>
            <a:pPr algn="l"/>
            <a:r>
              <a:rPr sz="1400" b="0">
                <a:solidFill>
                  <a:srgbClr val="F5F8FF"/>
                </a:solidFill>
                <a:latin typeface="Segoe UI"/>
              </a:rPr>
              <a:t>decoder never starts → endless PLIs → black video.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08960"/>
            <a:ext cx="10881360" cy="91440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Fix — prepend a 1-byte cleartext marker to VIDEO frames</a:t>
            </a:r>
          </a:p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0x00 = keyframe   ·   0x01 = delta   (from encoder IsKeyFrame())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1280160" cy="822960"/>
          </a:xfrm>
          <a:prstGeom prst="roundRect">
            <a:avLst/>
          </a:prstGeom>
          <a:solidFill>
            <a:srgbClr val="F2B14C"/>
          </a:solidFill>
          <a:ln w="15875">
            <a:solidFill>
              <a:srgbClr val="F2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F172A"/>
                </a:solidFill>
                <a:latin typeface="Segoe UI"/>
              </a:rPr>
              <a:t>marker
1B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4297680"/>
            <a:ext cx="8778240" cy="82296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key_id · IV · ciphertext · GCM tag  (inner E2E payload)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9B8D6"/>
                </a:solidFill>
                <a:latin typeface="Segoe UI"/>
              </a:rPr>
              <a:t>Receiver strips the marker before the key-id check &amp; decrypt; audio frames carry no marker.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RTCP ACROSS LEGS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Keyframe (PLI/FIR) relay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2468880" cy="128016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Receiver B</a:t>
            </a:r>
          </a:p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sends PLI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743200"/>
            <a:ext cx="2468880" cy="128016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SFU</a:t>
            </a:r>
          </a:p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map B → sender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2743200"/>
            <a:ext cx="2468880" cy="128016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Sender A</a:t>
            </a:r>
          </a:p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request_keyframe()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08960" y="3383280"/>
            <a:ext cx="1737360" cy="0"/>
          </a:xfrm>
          <a:prstGeom prst="line">
            <a:avLst/>
          </a:prstGeom>
          <a:ln w="31750">
            <a:solidFill>
              <a:srgbClr val="F2B1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3383280"/>
            <a:ext cx="1737360" cy="0"/>
          </a:xfrm>
          <a:prstGeom prst="line">
            <a:avLst/>
          </a:prstGeom>
          <a:ln w="31750">
            <a:solidFill>
              <a:srgbClr val="F2B1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38912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Because HBH SRTP terminates per leg, RTCP feedback terminates per leg too.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On Event::KeyframeRequest the SFU maps the requester to the sending peer in the room.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It calls request_keyframe(kind) on that sender's video rx stream — so a fresh keyframe flows.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CONFERENCING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Multi-party (N:N) — dynamic SDP renegotiation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2286000" cy="91440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alice joins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offers own A+V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554480"/>
            <a:ext cx="2286000" cy="91440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bob joins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1:1 — no reneg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54480"/>
            <a:ext cx="2286000" cy="91440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carol joins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SFU recomputes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1554480"/>
            <a:ext cx="3200400" cy="91440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F2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all re-offer +1 slot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3-way fan-out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26080" y="2011680"/>
            <a:ext cx="274320" cy="0"/>
          </a:xfrm>
          <a:prstGeom prst="line">
            <a:avLst/>
          </a:prstGeom>
          <a:ln w="19050">
            <a:solidFill>
              <a:srgbClr val="A9B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0" y="2011680"/>
            <a:ext cx="274320" cy="0"/>
          </a:xfrm>
          <a:prstGeom prst="line">
            <a:avLst/>
          </a:prstGeom>
          <a:ln w="19050">
            <a:solidFill>
              <a:srgbClr val="A9B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46720" y="2011680"/>
            <a:ext cx="274320" cy="0"/>
          </a:xfrm>
          <a:prstGeom prst="line">
            <a:avLst/>
          </a:prstGeom>
          <a:ln w="19050">
            <a:solidFill>
              <a:srgbClr val="A9B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28346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No fixed transceiver pool, no maxParticipants cap — the client is always the offerer.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Initial offer carries only the client's own sendrecv audio+video, so 1:1 needs zero reneg.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On membership change the SFU computes recv_slots = participants − 1 per kind, per client.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Client polls GET /signal?client_id=N; when slots grow it adds recvonly transceivers and re-offers.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POST /offer is relayed into the SFU run loop (request/reply channel) so accept_offer runs on the live Rtc.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assign_slot pins each origin to a distinct m-line → every remote peer renders in its own window.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What the SFU can — and cannot — see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303520" cy="3291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F2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VISIBLE</a:t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RTP headers (SSRC/PT/seq/ts)</a:t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HBH SRTP for its own legs</a:t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1-byte VP8 key/delta marker</a:t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Packet sizes &amp; timing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303520" cy="3291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HIDDEN</a:t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E2E media payload (inner GCM)</a:t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The E2E key (KD + clients only)</a:t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Decoded media / codec bitstream</a:t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Inner header extensions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A9B8D6"/>
                </a:solidFill>
                <a:latin typeface="Segoe UI"/>
              </a:rPr>
              <a:t>Server compromise leaks routing metadata only — never the media content.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Unified configuration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29184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config.json (JSONC)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sectioned OR flat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45920"/>
            <a:ext cx="228600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>
                <a:solidFill>
                  <a:srgbClr val="F5F8FF"/>
                </a:solidFill>
                <a:latin typeface="Segoe UI"/>
              </a:rPr>
              <a:t>sfu</a:t>
            </a:r>
          </a:p>
          <a:p>
            <a:pPr algn="ctr"/>
            <a:r>
              <a:rPr sz="1300" b="0">
                <a:solidFill>
                  <a:srgbClr val="F5F8FF"/>
                </a:solidFill>
                <a:latin typeface="Segoe UI"/>
              </a:rPr>
              <a:t>+ shared
logging/stats/diag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2148840"/>
            <a:ext cx="274320" cy="0"/>
          </a:xfrm>
          <a:prstGeom prst="line">
            <a:avLst/>
          </a:prstGeom>
          <a:ln w="19050">
            <a:solidFill>
              <a:srgbClr val="A9B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675120" y="1645920"/>
            <a:ext cx="228600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>
                <a:solidFill>
                  <a:srgbClr val="F5F8FF"/>
                </a:solidFill>
                <a:latin typeface="Segoe UI"/>
              </a:rPr>
              <a:t>keyDistributor</a:t>
            </a:r>
          </a:p>
          <a:p>
            <a:pPr algn="ctr"/>
            <a:r>
              <a:rPr sz="1300" b="0">
                <a:solidFill>
                  <a:srgbClr val="F5F8FF"/>
                </a:solidFill>
                <a:latin typeface="Segoe UI"/>
              </a:rPr>
              <a:t>+ shared
logging/stats/diag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31920" y="2148840"/>
            <a:ext cx="2743200" cy="0"/>
          </a:xfrm>
          <a:prstGeom prst="line">
            <a:avLst/>
          </a:prstGeom>
          <a:ln w="19050">
            <a:solidFill>
              <a:srgbClr val="A9B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144000" y="1645920"/>
            <a:ext cx="228600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2E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>
                <a:solidFill>
                  <a:srgbClr val="F5F8FF"/>
                </a:solidFill>
                <a:latin typeface="Segoe UI"/>
              </a:rPr>
              <a:t>client</a:t>
            </a:r>
          </a:p>
          <a:p>
            <a:pPr algn="ctr"/>
            <a:r>
              <a:rPr sz="1300" b="0">
                <a:solidFill>
                  <a:srgbClr val="F5F8FF"/>
                </a:solidFill>
                <a:latin typeface="Segoe UI"/>
              </a:rPr>
              <a:t>+ shared
logging/stats/diag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31920" y="2148840"/>
            <a:ext cx="5212080" cy="0"/>
          </a:xfrm>
          <a:prstGeom prst="line">
            <a:avLst/>
          </a:prstGeom>
          <a:ln w="19050">
            <a:solidFill>
              <a:srgbClr val="A9B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301752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Resolution: --config (repeatable, deep-merge) → E2EE_CONFIG env → ./config.json.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Same loader handles one combined file or per-host flat files; JSONC + trailing commas.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Node apps share config-loader.js; str0m uses a matching loader in examples/util.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Client pushes media params to native via env vars (width/height/fps/bitrate/codec).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Toggles: log-to-file, periodic stats, wire log, per-frame E2E diagnostics.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run-all.ps1 launches SFU + KD + N clients (default alice/bob/carol) against the shared config.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Done &amp; what's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303520" cy="310896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COMPLETED ✅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Key Distributor service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Frame-level AES-128-GCM E2E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PERC-capable native client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VP8 keyframe marker · PLI/FIR relay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Multi-party N:N (dynamic reneg)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Unified config + launcher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303520" cy="310896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NEXT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RFC 8723 at the SRTP layer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EKT (RFC 8870) key transport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Certificate pinning to identity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Encrypted headers (Cryptex)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MLS group key agreement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Simulcast / layer selection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